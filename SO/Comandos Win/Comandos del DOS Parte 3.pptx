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318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47"/>
    <p:restoredTop sz="94665"/>
  </p:normalViewPr>
  <p:slideViewPr>
    <p:cSldViewPr snapToGrid="0" snapToObjects="1">
      <p:cViewPr varScale="1">
        <p:scale>
          <a:sx n="77" d="100"/>
          <a:sy n="77" d="100"/>
        </p:scale>
        <p:origin x="1111" y="27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CD98D-45F1-C34C-BD3A-96F4CAC71195}" type="datetimeFigureOut">
              <a:rPr lang="es-ES_tradnl" smtClean="0"/>
              <a:t>13/01/2026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175FA-C4C8-A846-BAF6-DBB1D529CA9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0760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  <a:defRPr sz="4400">
                <a:solidFill>
                  <a:srgbClr val="282828"/>
                </a:solidFill>
              </a:defRPr>
            </a:pPr>
            <a:r>
              <a:rPr lang="es-ES_tradnl" sz="2700" dirty="0">
                <a:solidFill>
                  <a:schemeClr val="tx2"/>
                </a:solidFill>
              </a:rPr>
              <a:t>MS‑DOS Básico, CMD y PowerShell (Windows 11)</a:t>
            </a:r>
          </a:p>
        </p:txBody>
      </p:sp>
      <p:pic>
        <p:nvPicPr>
          <p:cNvPr id="6" name="Graphic 5" descr="Ordenador">
            <a:extLst>
              <a:ext uri="{FF2B5EF4-FFF2-40B4-BE49-F238E27FC236}">
                <a16:creationId xmlns:a16="http://schemas.microsoft.com/office/drawing/2014/main" id="{FC88AE6B-0568-210A-B53A-A703C2FA9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9FCDC-94F9-71BB-5A27-B4359367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9B592D-DA65-A8FE-BB2F-4494F67C3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Seguridad, permisos y control de acceso: </a:t>
            </a: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ICALCS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76EC0-34D6-0CFE-A215-073AD86A9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107" y="159488"/>
            <a:ext cx="6040607" cy="6688373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>
                <a:solidFill>
                  <a:srgbClr val="464646"/>
                </a:solidFill>
                <a:latin typeface="Consolas"/>
              </a:rPr>
              <a:t>ICALCS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¿Qué hace este comando?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/>
              <a:t>Gestiona</a:t>
            </a:r>
            <a:r>
              <a:rPr lang="en-US" sz="2600" dirty="0"/>
              <a:t> </a:t>
            </a:r>
            <a:r>
              <a:rPr lang="en-US" sz="2600" dirty="0" err="1"/>
              <a:t>permisos</a:t>
            </a:r>
            <a:r>
              <a:rPr lang="en-US" sz="2600" dirty="0"/>
              <a:t> NTFS </a:t>
            </a:r>
            <a:r>
              <a:rPr lang="en-US" sz="2600" dirty="0" err="1"/>
              <a:t>en</a:t>
            </a:r>
            <a:r>
              <a:rPr lang="en-US" sz="2600" dirty="0"/>
              <a:t> </a:t>
            </a:r>
            <a:r>
              <a:rPr lang="en-US" sz="2600" dirty="0" err="1"/>
              <a:t>archivos</a:t>
            </a:r>
            <a:r>
              <a:rPr lang="en-US" sz="2600" dirty="0"/>
              <a:t> y </a:t>
            </a:r>
            <a:r>
              <a:rPr lang="en-US" sz="2600" dirty="0" err="1"/>
              <a:t>carpetas</a:t>
            </a:r>
            <a:r>
              <a:rPr lang="en-US" sz="2600" dirty="0"/>
              <a:t>, </a:t>
            </a:r>
            <a:r>
              <a:rPr lang="en-US" sz="2600" dirty="0" err="1"/>
              <a:t>permitiendo</a:t>
            </a:r>
            <a:r>
              <a:rPr lang="en-US" sz="2600" dirty="0"/>
              <a:t> </a:t>
            </a:r>
            <a:r>
              <a:rPr lang="en-US" sz="2600" dirty="0" err="1"/>
              <a:t>asignar</a:t>
            </a:r>
            <a:r>
              <a:rPr lang="en-US" sz="2600" dirty="0"/>
              <a:t>, </a:t>
            </a:r>
            <a:r>
              <a:rPr lang="en-US" sz="2600" dirty="0" err="1"/>
              <a:t>quitar</a:t>
            </a:r>
            <a:r>
              <a:rPr lang="en-US" sz="2600" dirty="0"/>
              <a:t>, </a:t>
            </a:r>
            <a:r>
              <a:rPr lang="en-US" sz="2600" dirty="0" err="1"/>
              <a:t>respaldar</a:t>
            </a:r>
            <a:r>
              <a:rPr lang="en-US" sz="2600" dirty="0"/>
              <a:t> o </a:t>
            </a:r>
            <a:r>
              <a:rPr lang="en-US" sz="2600" dirty="0" err="1"/>
              <a:t>restaurar</a:t>
            </a:r>
            <a:r>
              <a:rPr lang="en-US" sz="2600" dirty="0"/>
              <a:t> ACLs (</a:t>
            </a:r>
            <a:r>
              <a:rPr lang="en-US" sz="2600" dirty="0" err="1"/>
              <a:t>Listas</a:t>
            </a:r>
            <a:r>
              <a:rPr lang="en-US" sz="2600" dirty="0"/>
              <a:t> de Control de </a:t>
            </a:r>
            <a:r>
              <a:rPr lang="en-US" sz="2600" dirty="0" err="1"/>
              <a:t>Acceso</a:t>
            </a:r>
            <a:r>
              <a:rPr lang="en-US" sz="2600" dirty="0"/>
              <a:t>). Es </a:t>
            </a:r>
            <a:r>
              <a:rPr lang="en-US" sz="2600" dirty="0" err="1"/>
              <a:t>esencial</a:t>
            </a:r>
            <a:r>
              <a:rPr lang="en-US" sz="2600" dirty="0"/>
              <a:t> para </a:t>
            </a:r>
            <a:r>
              <a:rPr lang="en-US" sz="2600" dirty="0" err="1"/>
              <a:t>administración</a:t>
            </a:r>
            <a:r>
              <a:rPr lang="en-US" sz="2600" dirty="0"/>
              <a:t> de </a:t>
            </a:r>
            <a:r>
              <a:rPr lang="en-US" sz="2600" dirty="0" err="1"/>
              <a:t>sistemas</a:t>
            </a:r>
            <a:r>
              <a:rPr lang="en-US" sz="2600" dirty="0"/>
              <a:t> Windows</a:t>
            </a:r>
            <a:r>
              <a:rPr lang="es-ES" sz="2600" dirty="0"/>
              <a:t> </a:t>
            </a:r>
            <a:r>
              <a:rPr lang="es-ES_tradnl" sz="2000" dirty="0">
                <a:solidFill>
                  <a:srgbClr val="464646"/>
                </a:solidFill>
                <a:latin typeface="Consolas"/>
              </a:rPr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9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ICACLS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archivo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carpeta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[/grant|/remove|/inheritance|/save|/restore] [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opciones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9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Ejemplos prácticos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nsolas"/>
              </a:rPr>
              <a:t>Dar control total a un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usuario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ICACLS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carpeta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/grant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alumno:F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Quitar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herencia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permisos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ICACLS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secreto.txt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inheritance:r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Guardar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ACLs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archivo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ICACLS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carpeta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/save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permisos.acl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Restaurar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permisos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ICACLS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carpeta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/restore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permisos.acl</a:t>
            </a:r>
            <a:r>
              <a:rPr lang="es-E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s-ES_tradnl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287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104B1-A20E-02B5-AD64-67D492E4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E6C09-207F-E2E8-CBD9-7DBAB3E95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A92469A-915B-384C-C01E-59B77BF3C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EC6DD6-45DC-D751-7F29-FC4ECD7C6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11DFE3-F9C1-BBBC-D4B3-54DC313A3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CF6693-2235-EAB7-917F-BB200AFD3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9273A5B-9A9B-C965-F9D2-1C8943ECD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91A89C-AAE7-A8E8-B441-FF11E931B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DE486-F023-6757-45AD-76536DAFE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Seguridad, permisos y control de acceso: </a:t>
            </a: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ICALCS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4CC87-DC83-C795-8811-A2F7D3C8A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4463" y="96253"/>
            <a:ext cx="5751095" cy="675160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Ejercicio guiado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/>
              <a:t>Crea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carpeta</a:t>
            </a:r>
            <a:r>
              <a:rPr lang="en-US" sz="2000" dirty="0"/>
              <a:t> de </a:t>
            </a:r>
            <a:r>
              <a:rPr lang="en-US" sz="2000" dirty="0" err="1"/>
              <a:t>prácticas</a:t>
            </a:r>
            <a:r>
              <a:rPr lang="en-US" sz="2000" dirty="0"/>
              <a:t> y </a:t>
            </a:r>
            <a:r>
              <a:rPr lang="en-US" sz="2000" dirty="0" err="1"/>
              <a:t>asigna</a:t>
            </a:r>
            <a:r>
              <a:rPr lang="en-US" sz="2000" dirty="0"/>
              <a:t> </a:t>
            </a:r>
            <a:r>
              <a:rPr lang="en-US" sz="2000" dirty="0" err="1"/>
              <a:t>permisos</a:t>
            </a:r>
            <a:r>
              <a:rPr lang="en-US" sz="2000" dirty="0"/>
              <a:t> de solo </a:t>
            </a:r>
            <a:r>
              <a:rPr lang="en-US" sz="2000" dirty="0" err="1"/>
              <a:t>lectura</a:t>
            </a:r>
            <a:r>
              <a:rPr lang="en-US" sz="2000" dirty="0"/>
              <a:t> a un </a:t>
            </a:r>
            <a:r>
              <a:rPr lang="en-US" sz="2000" dirty="0" err="1"/>
              <a:t>usuario</a:t>
            </a:r>
            <a:r>
              <a:rPr lang="en-US" sz="2000" dirty="0"/>
              <a:t> </a:t>
            </a:r>
            <a:r>
              <a:rPr lang="en-US" sz="2000" dirty="0" err="1"/>
              <a:t>ficticio</a:t>
            </a:r>
            <a:r>
              <a:rPr lang="en-US" sz="2000" dirty="0"/>
              <a:t> con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/grant</a:t>
            </a:r>
            <a:r>
              <a:rPr lang="en-US" sz="2000" dirty="0"/>
              <a:t>. Luego </a:t>
            </a:r>
            <a:r>
              <a:rPr lang="en-US" sz="2000" dirty="0" err="1"/>
              <a:t>revisa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permisos</a:t>
            </a:r>
            <a:endParaRPr lang="en-US" sz="20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8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Ejercicios de profundización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Elimina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la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herencia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asigna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permisos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explícitos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Genera un backup de ACLs y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restaura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después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Compara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permisos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entre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carpetas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con y sin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herencia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activa</a:t>
            </a:r>
            <a:endParaRPr lang="es-ES_tradnl" sz="2000" dirty="0">
              <a:solidFill>
                <a:srgbClr val="464646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457862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2FF65B-C927-A30C-352A-95CA7E48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AED376-0145-3A23-1FA1-49348CE44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571F4A-37D0-F616-FE8B-95973E3DB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111144-BD17-1A24-A272-F92546C24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55EDB2-EBD4-3A66-F9F8-7B21A8ECA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7FE1B1-1BFA-F582-74D1-99AFECA0A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A8BCC11-8A1C-8915-201F-AC4870135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7D75F9-2806-E550-A576-C5A41CA5C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11F9C-9A7E-C55A-5611-62A353FD5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Seguridad, permisos y control de acceso: </a:t>
            </a: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OPENFILES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0DC28-131C-C0F3-3BCC-3C1E837AB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107" y="159488"/>
            <a:ext cx="6040607" cy="6688373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>
                <a:solidFill>
                  <a:srgbClr val="464646"/>
                </a:solidFill>
                <a:latin typeface="Consolas"/>
              </a:rPr>
              <a:t>OPENFILES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¿Qué hace este comando?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/>
              <a:t>Muestra</a:t>
            </a:r>
            <a:r>
              <a:rPr lang="en-US" sz="2600" dirty="0"/>
              <a:t> </a:t>
            </a:r>
            <a:r>
              <a:rPr lang="en-US" sz="2600" dirty="0" err="1"/>
              <a:t>archivos</a:t>
            </a:r>
            <a:r>
              <a:rPr lang="en-US" sz="2600" dirty="0"/>
              <a:t> </a:t>
            </a:r>
            <a:r>
              <a:rPr lang="en-US" sz="2600" dirty="0" err="1"/>
              <a:t>abiertos</a:t>
            </a:r>
            <a:r>
              <a:rPr lang="en-US" sz="2600" dirty="0"/>
              <a:t> </a:t>
            </a:r>
            <a:r>
              <a:rPr lang="en-US" sz="2600" dirty="0" err="1"/>
              <a:t>en</a:t>
            </a:r>
            <a:r>
              <a:rPr lang="en-US" sz="2600" dirty="0"/>
              <a:t> </a:t>
            </a:r>
            <a:r>
              <a:rPr lang="en-US" sz="2600" dirty="0" err="1"/>
              <a:t>sesiones</a:t>
            </a:r>
            <a:r>
              <a:rPr lang="en-US" sz="2600" dirty="0"/>
              <a:t> de red y </a:t>
            </a:r>
            <a:r>
              <a:rPr lang="en-US" sz="2600" dirty="0" err="1"/>
              <a:t>permite</a:t>
            </a:r>
            <a:r>
              <a:rPr lang="en-US" sz="2600" dirty="0"/>
              <a:t> </a:t>
            </a:r>
            <a:r>
              <a:rPr lang="en-US" sz="2600" dirty="0" err="1"/>
              <a:t>desconectarlos</a:t>
            </a:r>
            <a:r>
              <a:rPr lang="en-US" sz="2600" dirty="0"/>
              <a:t>. También </a:t>
            </a:r>
            <a:r>
              <a:rPr lang="en-US" sz="2600" dirty="0" err="1"/>
              <a:t>puede</a:t>
            </a:r>
            <a:r>
              <a:rPr lang="en-US" sz="2600" dirty="0"/>
              <a:t> </a:t>
            </a:r>
            <a:r>
              <a:rPr lang="en-US" sz="2600" dirty="0" err="1"/>
              <a:t>habilitar</a:t>
            </a:r>
            <a:r>
              <a:rPr lang="en-US" sz="2600" dirty="0"/>
              <a:t> </a:t>
            </a:r>
            <a:r>
              <a:rPr lang="en-US" sz="2600" dirty="0" err="1"/>
              <a:t>el</a:t>
            </a:r>
            <a:r>
              <a:rPr lang="en-US" sz="2600" dirty="0"/>
              <a:t> </a:t>
            </a:r>
            <a:r>
              <a:rPr lang="en-US" sz="2600" dirty="0" err="1"/>
              <a:t>seguimiento</a:t>
            </a:r>
            <a:r>
              <a:rPr lang="en-US" sz="2600" dirty="0"/>
              <a:t> de </a:t>
            </a:r>
            <a:r>
              <a:rPr lang="en-US" sz="2600" dirty="0" err="1"/>
              <a:t>archivos</a:t>
            </a:r>
            <a:r>
              <a:rPr lang="en-US" sz="2600" dirty="0"/>
              <a:t> </a:t>
            </a:r>
            <a:r>
              <a:rPr lang="en-US" sz="2600" dirty="0" err="1"/>
              <a:t>abiertos</a:t>
            </a:r>
            <a:r>
              <a:rPr lang="en-US" sz="2600" dirty="0"/>
              <a:t> </a:t>
            </a:r>
            <a:r>
              <a:rPr lang="en-US" sz="2600" dirty="0" err="1"/>
              <a:t>localmente</a:t>
            </a:r>
            <a:r>
              <a:rPr lang="es-ES_tradnl" sz="2000" dirty="0">
                <a:solidFill>
                  <a:srgbClr val="464646"/>
                </a:solidFill>
                <a:latin typeface="Consolas"/>
              </a:rPr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9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1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OPENFILES [/query | /disconnect | /local] [</a:t>
            </a:r>
            <a:r>
              <a:rPr lang="en-US" sz="21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opciones</a:t>
            </a:r>
            <a:r>
              <a:rPr lang="en-US" sz="21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s-ES" sz="21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9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Ejemplos prácticos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Listar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abiertos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OPENFILES /query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Desconectar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archivo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remoto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OPENFILES /disconnect /ID 5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Habilitar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seguimiento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local: →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OPENFILES /local enable</a:t>
            </a:r>
            <a:endParaRPr lang="es-ES_tradnl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17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3BF94-EEBB-69D6-E6B7-AC97F33A5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F15312-B4FA-72F4-78B4-5E1650C02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714044-D4BF-55E5-5C08-9A1706AA2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C11DE3-2BC6-2F8E-9F9E-463C1FD26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A1B75A-0730-92EB-0840-CF3E5057E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654F00-7B6C-8B3E-7005-5497285CC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9F7D675-7B09-53A0-5B89-B7E0BC890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4A157-F145-4BCE-3AED-0F7D03B17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16ECC-689D-6E4F-9EDC-83C19BAB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Seguridad, permisos y control de acceso: </a:t>
            </a: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OPENFILES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6E5D9-8D44-0BD6-0910-EA021BCE6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4463" y="96253"/>
            <a:ext cx="5751095" cy="675160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Ejercicio guiado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Activa 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/local enable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abre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desde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otro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equipo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para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observar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cómo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se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registran</a:t>
            </a:r>
            <a:endParaRPr lang="en-U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Ejercicios de profundización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Filtra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resultados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por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usuario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Simula un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archivo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bloqueado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observa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comportamiento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Deshabilita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seguimiento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analiza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diferencias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982931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F793CA-A740-032E-BCEA-1672110C4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6AB77C-9040-F719-DD46-0E4DA9B6A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D40207-0158-8651-7406-0D07D0C5D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63426F-FED1-9E8D-54B0-BBCB93425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72BF41-C26C-E420-4A8B-E9D264935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9B93A2-CA68-616B-6E88-F12966117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4A7F2CC-7342-6FE1-E5FF-A5B97C608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BE3C96-0461-1A5A-050B-9DF38A11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1DC13-6683-E74D-E978-537C58DE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Seguridad, permisos y control de acceso: </a:t>
            </a: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ASSOC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C1E9F-E409-3CDE-4731-C9E1A8005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107" y="159488"/>
            <a:ext cx="6040607" cy="6688373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>
                <a:solidFill>
                  <a:srgbClr val="464646"/>
                </a:solidFill>
                <a:latin typeface="Consolas"/>
              </a:rPr>
              <a:t>ASSOC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¿Qué hace este comando?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/>
              <a:t>Gestiona</a:t>
            </a:r>
            <a:r>
              <a:rPr lang="en-US" sz="2600" dirty="0"/>
              <a:t> </a:t>
            </a:r>
            <a:r>
              <a:rPr lang="en-US" sz="2600" dirty="0" err="1"/>
              <a:t>asociaciones</a:t>
            </a:r>
            <a:r>
              <a:rPr lang="en-US" sz="2600" dirty="0"/>
              <a:t> entre </a:t>
            </a:r>
            <a:r>
              <a:rPr lang="en-US" sz="2600" dirty="0" err="1"/>
              <a:t>extensiones</a:t>
            </a:r>
            <a:r>
              <a:rPr lang="en-US" sz="2600" dirty="0"/>
              <a:t> de </a:t>
            </a:r>
            <a:r>
              <a:rPr lang="en-US" sz="2600" dirty="0" err="1"/>
              <a:t>archivo</a:t>
            </a:r>
            <a:r>
              <a:rPr lang="en-US" sz="2600" dirty="0"/>
              <a:t> y </a:t>
            </a:r>
            <a:r>
              <a:rPr lang="en-US" sz="2600" dirty="0" err="1"/>
              <a:t>tipos</a:t>
            </a:r>
            <a:r>
              <a:rPr lang="en-US" sz="2600" dirty="0"/>
              <a:t> </a:t>
            </a:r>
            <a:r>
              <a:rPr lang="en-US" sz="2600" dirty="0" err="1"/>
              <a:t>registrados</a:t>
            </a:r>
            <a:r>
              <a:rPr lang="en-US" sz="2600" dirty="0"/>
              <a:t>. </a:t>
            </a:r>
            <a:r>
              <a:rPr lang="en-US" sz="2600" dirty="0" err="1"/>
              <a:t>Controla</a:t>
            </a:r>
            <a:r>
              <a:rPr lang="en-US" sz="2600" dirty="0"/>
              <a:t> </a:t>
            </a:r>
            <a:r>
              <a:rPr lang="en-US" sz="2600" dirty="0" err="1"/>
              <a:t>qué</a:t>
            </a:r>
            <a:r>
              <a:rPr lang="en-US" sz="2600" dirty="0"/>
              <a:t> </a:t>
            </a:r>
            <a:r>
              <a:rPr lang="en-US" sz="2600" dirty="0" err="1"/>
              <a:t>tipo</a:t>
            </a:r>
            <a:r>
              <a:rPr lang="en-US" sz="2600" dirty="0"/>
              <a:t> de </a:t>
            </a:r>
            <a:r>
              <a:rPr lang="en-US" sz="2600" dirty="0" err="1"/>
              <a:t>archivo</a:t>
            </a:r>
            <a:r>
              <a:rPr lang="en-US" sz="2600" dirty="0"/>
              <a:t> </a:t>
            </a:r>
            <a:r>
              <a:rPr lang="en-US" sz="2600" dirty="0" err="1"/>
              <a:t>corresponde</a:t>
            </a:r>
            <a:r>
              <a:rPr lang="en-US" sz="2600" dirty="0"/>
              <a:t> a </a:t>
            </a:r>
            <a:r>
              <a:rPr lang="en-US" sz="2600" dirty="0" err="1"/>
              <a:t>cada</a:t>
            </a:r>
            <a:r>
              <a:rPr lang="en-US" sz="2600" dirty="0"/>
              <a:t> extension.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9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1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ASSOC [.</a:t>
            </a:r>
            <a:r>
              <a:rPr lang="en-US" sz="21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</a:t>
            </a:r>
            <a:r>
              <a:rPr lang="en-US" sz="21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[=[</a:t>
            </a:r>
            <a:r>
              <a:rPr lang="en-US" sz="21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tipo_archivo</a:t>
            </a:r>
            <a:r>
              <a:rPr lang="en-US" sz="21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]]]</a:t>
            </a:r>
            <a:endParaRPr lang="es-ES" sz="21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9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Ejemplos prácticos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464646"/>
                </a:solidFill>
                <a:latin typeface="Consolas"/>
              </a:rPr>
              <a:t>Ver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asociación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.txt: →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ASSOC .txt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Asociar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.log a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txtfile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ASSOC .log=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txtfile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Restaurar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tipo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predeterminado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.bat: →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ASSOC .bat=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batfile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260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AC40D-F99A-2D80-D154-8E169793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4E75B8-12AB-B115-DD3A-5D9C38FDC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2D81E4-FD91-F9B8-3E6B-C35ABCE9C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707088-3D00-C9C0-A876-B3AB46DE3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58939D-1CCC-1845-44D3-F1FDE89B5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19902A-9A4A-C996-F6A7-DC3861D1C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12386A2-C1BB-2444-F5EF-996641D8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497F52-D274-371E-E07C-136919954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680530-2434-43F5-120A-AC106B722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Seguridad, permisos y control de acceso: </a:t>
            </a: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ASSOC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7DD29-DD34-E79D-D334-021E625EC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4463" y="96253"/>
            <a:ext cx="5751095" cy="675160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Ejercicio guiado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Consulta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una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asociación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existente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crea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temporalmente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una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extensión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personalizada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asociada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a un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tipo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propio</a:t>
            </a:r>
            <a:endParaRPr lang="en-U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Ejercicios de profundización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Explora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asociaciones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desconocidas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y documenta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su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uso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Combina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ASSOC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con 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FTYPE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para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modificar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programas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predeterminados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81632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DF275-57DA-72FA-10CA-D8F77458B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751EBF-9C77-5CC7-B35C-1A29C5B7E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BDEB49-621A-87C3-268A-44CA11825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CE3D4C-64DE-C8CE-8A1A-72FF59BF8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A7E250-790D-E672-53CE-2E10E8E19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4252BA-D1A0-9065-48FC-3CA5593D3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A516307-9131-B6C8-5557-5EC10C94A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EA842D-F709-5C77-A29F-C25D6E1CA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E63F28-49D5-CF71-45FA-D44E6A71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Seguridad, permisos y control de acceso: </a:t>
            </a: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FTYPE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70E7F-E916-CA62-63F9-B128F9112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107" y="159488"/>
            <a:ext cx="6040607" cy="6688373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>
                <a:solidFill>
                  <a:srgbClr val="464646"/>
                </a:solidFill>
                <a:latin typeface="Consolas"/>
              </a:rPr>
              <a:t>FTYPE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¿Qué hace este comando?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FTYPE</a:t>
            </a:r>
            <a:r>
              <a:rPr lang="en-US" sz="2600" dirty="0"/>
              <a:t> define </a:t>
            </a:r>
            <a:r>
              <a:rPr lang="en-US" sz="2600" dirty="0" err="1"/>
              <a:t>el</a:t>
            </a:r>
            <a:r>
              <a:rPr lang="en-US" sz="2600" dirty="0"/>
              <a:t> </a:t>
            </a:r>
            <a:r>
              <a:rPr lang="en-US" sz="2600" dirty="0" err="1"/>
              <a:t>comando</a:t>
            </a:r>
            <a:r>
              <a:rPr lang="en-US" sz="2600" dirty="0"/>
              <a:t> </a:t>
            </a:r>
            <a:r>
              <a:rPr lang="en-US" sz="2600" dirty="0" err="1"/>
              <a:t>utilizado</a:t>
            </a:r>
            <a:r>
              <a:rPr lang="en-US" sz="2600" dirty="0"/>
              <a:t> para </a:t>
            </a:r>
            <a:r>
              <a:rPr lang="en-US" sz="2600" dirty="0" err="1"/>
              <a:t>abrir</a:t>
            </a:r>
            <a:r>
              <a:rPr lang="en-US" sz="2600" dirty="0"/>
              <a:t> un </a:t>
            </a:r>
            <a:r>
              <a:rPr lang="en-US" sz="2600" dirty="0" err="1"/>
              <a:t>tipo</a:t>
            </a:r>
            <a:r>
              <a:rPr lang="en-US" sz="2600" dirty="0"/>
              <a:t> de </a:t>
            </a:r>
            <a:r>
              <a:rPr lang="en-US" sz="2600" dirty="0" err="1"/>
              <a:t>archivo</a:t>
            </a:r>
            <a:r>
              <a:rPr lang="en-US" sz="2600" dirty="0"/>
              <a:t> </a:t>
            </a:r>
            <a:r>
              <a:rPr lang="en-US" sz="2600" dirty="0" err="1"/>
              <a:t>asociado</a:t>
            </a:r>
            <a:r>
              <a:rPr lang="en-US" sz="2600" dirty="0"/>
              <a:t>, </a:t>
            </a:r>
            <a:r>
              <a:rPr lang="en-US" sz="2600" dirty="0" err="1"/>
              <a:t>trabajando</a:t>
            </a:r>
            <a:r>
              <a:rPr lang="en-US" sz="2600" dirty="0"/>
              <a:t> junto a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ASSOC</a:t>
            </a:r>
            <a:r>
              <a:rPr lang="en-US" sz="2600" dirty="0"/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9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FTYPE [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tipo_archivo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=[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comando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9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Ejemplos prácticos</a:t>
            </a:r>
          </a:p>
          <a:p>
            <a:pPr marL="0" indent="0">
              <a:buNone/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Listar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tipos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registrados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FTYPE</a:t>
            </a:r>
            <a:endParaRPr lang="es-ES" sz="19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Asignar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Notepad a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txtfile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FTYPE </a:t>
            </a:r>
            <a:r>
              <a:rPr lang="en-US" sz="17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txtfile</a:t>
            </a:r>
            <a:r>
              <a:rPr lang="en-US" sz="17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=%</a:t>
            </a:r>
            <a:r>
              <a:rPr lang="en-US" sz="17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SystemRoot</a:t>
            </a:r>
            <a:r>
              <a:rPr lang="en-US" sz="17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%\system32\NOTEPAD.EXE %1</a:t>
            </a:r>
            <a:endParaRPr lang="es-ES" sz="17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Cambiar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programa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para .html: → </a:t>
            </a:r>
            <a:r>
              <a:rPr lang="en-U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FTYPE </a:t>
            </a:r>
            <a:r>
              <a:rPr lang="en-US" sz="19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htmlfile</a:t>
            </a:r>
            <a:r>
              <a:rPr lang="en-US" sz="19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="C:\Program Files\Chrome\chrome.exe" %1</a:t>
            </a:r>
            <a:endParaRPr lang="es-ES" sz="19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899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C34150-7B8A-3496-D1A2-DD2B3B82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81F567-7B6C-54B1-C812-4BE8565B4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68A092-983E-7289-AC49-B14C9CFDE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8A4A44-7088-603B-79CD-247AB4A90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83DB8A-3863-E6E2-764A-943254FC9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C30227-9C06-C5CA-C825-B98E2A5B0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CFD0A2B-6AC7-3F19-95B6-0164018F6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5277DE-ADD2-D77B-DBB6-13593EA0E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98BDF-DE2B-14E8-478D-CD80E0EDD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Seguridad, permisos y control de acceso: </a:t>
            </a: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FTYPE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3DE1E-90FF-C8B3-DE48-2D08F70A7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4463" y="96253"/>
            <a:ext cx="5751095" cy="675160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Ejercicio guiado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Consulta la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definición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actual de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txtfile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cámbiala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temporalmente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</a:p>
          <a:p>
            <a:pPr marL="0" indent="0">
              <a:buNone/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Ejercicios de profundización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Define un nuevo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tipo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archivo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asociado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a un script.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Investiga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cómo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interactúa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con 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ASSOC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cambiando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extensiones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predeterminadas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08224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D99D3-C6C7-48DE-AC59-B087F78A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A02386-B3E2-D463-6105-19D98EE1B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5264EF9-67EF-13A7-D016-CFFF5FB22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45A8DF-9047-C634-F329-468EA02FD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60486D-4A07-7FE2-F31E-A6513AE65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44D4B7-7F47-087A-7AE2-D470FEA1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1452C37-C97D-156F-B6E9-9B3BBBA2D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398B27-52A3-863E-5DD2-BF0D98CBF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CEDD9-BA21-E5C2-4BD8-DD7F24DC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Seguridad, permisos y control de acceso: </a:t>
            </a: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ATTRIB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CDCEE-40BD-0BBD-AE13-F5F6EE3D0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107" y="159488"/>
            <a:ext cx="6040607" cy="6688373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>
                <a:solidFill>
                  <a:srgbClr val="464646"/>
                </a:solidFill>
                <a:latin typeface="Consolas"/>
              </a:rPr>
              <a:t>ATTRIB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¿Qué hace este comando?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ATTRIB</a:t>
            </a:r>
            <a:r>
              <a:rPr lang="en-US" sz="2600" dirty="0"/>
              <a:t> </a:t>
            </a:r>
            <a:r>
              <a:rPr lang="en-US" sz="2600" dirty="0" err="1"/>
              <a:t>muestra</a:t>
            </a:r>
            <a:r>
              <a:rPr lang="en-US" sz="2600" dirty="0"/>
              <a:t> y </a:t>
            </a:r>
            <a:r>
              <a:rPr lang="en-US" sz="2600" dirty="0" err="1"/>
              <a:t>modifica</a:t>
            </a:r>
            <a:r>
              <a:rPr lang="en-US" sz="2600" dirty="0"/>
              <a:t> </a:t>
            </a:r>
            <a:r>
              <a:rPr lang="en-US" sz="2600" dirty="0" err="1"/>
              <a:t>atributos</a:t>
            </a:r>
            <a:r>
              <a:rPr lang="en-US" sz="2600" dirty="0"/>
              <a:t> de </a:t>
            </a:r>
            <a:r>
              <a:rPr lang="en-US" sz="2600" dirty="0" err="1"/>
              <a:t>archivos</a:t>
            </a:r>
            <a:r>
              <a:rPr lang="en-US" sz="2600" dirty="0"/>
              <a:t> y </a:t>
            </a:r>
            <a:r>
              <a:rPr lang="en-US" sz="2600" dirty="0" err="1"/>
              <a:t>carpetas</a:t>
            </a:r>
            <a:r>
              <a:rPr lang="en-US" sz="2600" dirty="0"/>
              <a:t> </a:t>
            </a:r>
            <a:r>
              <a:rPr lang="en-US" sz="2600" dirty="0" err="1"/>
              <a:t>como</a:t>
            </a:r>
            <a:r>
              <a:rPr lang="en-US" sz="2600" dirty="0"/>
              <a:t> </a:t>
            </a:r>
            <a:r>
              <a:rPr lang="en-US" sz="2600" dirty="0" err="1"/>
              <a:t>oculto</a:t>
            </a:r>
            <a:r>
              <a:rPr lang="en-US" sz="2600" dirty="0"/>
              <a:t> (H), solo </a:t>
            </a:r>
            <a:r>
              <a:rPr lang="en-US" sz="2600" dirty="0" err="1"/>
              <a:t>lectura</a:t>
            </a:r>
            <a:r>
              <a:rPr lang="en-US" sz="2600" dirty="0"/>
              <a:t> (R), </a:t>
            </a:r>
            <a:r>
              <a:rPr lang="en-US" sz="2600" dirty="0" err="1"/>
              <a:t>sistema</a:t>
            </a:r>
            <a:r>
              <a:rPr lang="en-US" sz="2600" dirty="0"/>
              <a:t> (S) y </a:t>
            </a:r>
            <a:r>
              <a:rPr lang="en-US" sz="2600" dirty="0" err="1"/>
              <a:t>archivo</a:t>
            </a:r>
            <a:r>
              <a:rPr lang="en-US" sz="2600" dirty="0"/>
              <a:t> (A).</a:t>
            </a:r>
            <a:endParaRPr lang="es-ES" sz="26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9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 [+R|-R] [+H|-H] [+S|-S] [+A|-A] </a:t>
            </a:r>
            <a:r>
              <a:rPr lang="en-US" sz="22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archivo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[/S]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9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Ejemplos prácticos</a:t>
            </a:r>
          </a:p>
          <a:p>
            <a:pPr marL="0" indent="0">
              <a:buNone/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Archivo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solo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lectura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 +R informe.docx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Quitar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atributo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oculto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 -H secreto.txt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Ocultar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carpeta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su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contenido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 +H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carpeta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/S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11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60FA7-840C-0595-31F1-0FAFDF277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484155-5A7A-7DA5-2833-F611AB28F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0ED4D2-B09B-CB9E-C978-6C1764E66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EE801D-075C-F297-CF83-4691040B1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7BE3A0-D064-CF8C-0CD4-77BA7DB15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D0932A-200D-F56E-6C75-6CDBB611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269DEF-9FCA-8D4E-A36D-185D55CAC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D25822-5B3C-D82E-D79C-74FEAFF87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3909F-D0FB-8021-697C-38B241A8A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Seguridad, permisos y control de acceso: </a:t>
            </a: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ATTRIB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EF15E-C41E-8139-BE50-CBA7BFA0E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4463" y="96253"/>
            <a:ext cx="5751095" cy="675160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Ejercicio guiado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Aplica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atributos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a un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archivo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pruebas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verifica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su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visualización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con 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/A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</a:p>
          <a:p>
            <a:pPr marL="0" indent="0">
              <a:buNone/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Ejercicios de profundización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Marca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una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carpeta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entera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como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oculta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examina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su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comportamiento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Explorador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Combina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con scripts de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organización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675625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2119</TotalTime>
  <Words>798</Words>
  <Application>Microsoft Office PowerPoint</Application>
  <PresentationFormat>Presentación en pantalla (4:3)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Consolas</vt:lpstr>
      <vt:lpstr>Courier New</vt:lpstr>
      <vt:lpstr>Office Theme</vt:lpstr>
      <vt:lpstr>MS‑DOS Básico, CMD y PowerShell (Windows 11)</vt:lpstr>
      <vt:lpstr> Seguridad, permisos y control de acceso:  ICALCS </vt:lpstr>
      <vt:lpstr> Seguridad, permisos y control de acceso:  ICALCS</vt:lpstr>
      <vt:lpstr> Seguridad, permisos y control de acceso:  OPENFILES </vt:lpstr>
      <vt:lpstr> Seguridad, permisos y control de acceso:  OPENFILES</vt:lpstr>
      <vt:lpstr> Seguridad, permisos y control de acceso:  ASSOC </vt:lpstr>
      <vt:lpstr> Seguridad, permisos y control de acceso:  ASSOC</vt:lpstr>
      <vt:lpstr> Seguridad, permisos y control de acceso:  FTYPE </vt:lpstr>
      <vt:lpstr> Seguridad, permisos y control de acceso:  FTYPE</vt:lpstr>
      <vt:lpstr> Seguridad, permisos y control de acceso:  ATTRIB </vt:lpstr>
      <vt:lpstr> Seguridad, permisos y control de acceso:  ATTRIB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Iñigo Aranburu Rego</cp:lastModifiedBy>
  <cp:revision>25</cp:revision>
  <dcterms:created xsi:type="dcterms:W3CDTF">2013-01-27T09:14:16Z</dcterms:created>
  <dcterms:modified xsi:type="dcterms:W3CDTF">2026-01-13T13:33:51Z</dcterms:modified>
  <cp:category/>
</cp:coreProperties>
</file>